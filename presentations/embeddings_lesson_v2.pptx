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tone: interactive, exploratory, not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this twice. This is the anchor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Let students answer. Build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GPS/map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your Gradio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guesses before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language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toward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explanation of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analogy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struggle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arrow metaphor.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similarity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'bat'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emphasis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real-world.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Having Fun with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How AI understands meaning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Meaning = position in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Is 'cat' closer to dog or car?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Computers use numbers, not meaning</a:t>
            </a:r>
          </a:p>
          <a:p>
            <a:pPr>
              <a:defRPr sz="2800"/>
            </a:pPr>
            <a:r>
              <a:t>Embeddings = coordinates in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Try: cat</a:t>
            </a:r>
          </a:p>
          <a:p>
            <a:pPr>
              <a:defRPr sz="2800"/>
            </a:pPr>
            <a:r>
              <a:t>Look at nearest neighbors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Why are these words close?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Similar context → close in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Students suggest words</a:t>
            </a:r>
          </a:p>
          <a:p>
            <a:pPr>
              <a:defRPr sz="2800"/>
            </a:pPr>
            <a:r>
              <a:t>Explore neighbors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Spelling or meaning?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Model learns patterns, not definitions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Magic Moment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We can do math with meaning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A → B, so C →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Why does this work?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Relationships = directions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Compare similar vs different sentences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Which pair is closer?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Sentences combine meaning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Same word, different meaning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What changed?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Context defines meaning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Words → vectors</a:t>
            </a:r>
          </a:p>
          <a:p>
            <a:pPr>
              <a:defRPr sz="2800"/>
            </a:pPr>
            <a:r>
              <a:t>Close = similar</a:t>
            </a:r>
          </a:p>
          <a:p>
            <a:pPr>
              <a:defRPr sz="2800"/>
            </a:pPr>
            <a:r>
              <a:t>Directions = relationships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Search</a:t>
            </a:r>
          </a:p>
          <a:p>
            <a:pPr>
              <a:defRPr sz="2800"/>
            </a:pPr>
            <a:r>
              <a:t>Recommendations</a:t>
            </a:r>
          </a:p>
          <a:p>
            <a:pPr>
              <a:defRPr sz="2800"/>
            </a:pPr>
            <a:r>
              <a:t>Chatbots</a:t>
            </a:r>
          </a:p>
          <a:p>
            <a:pPr>
              <a:defRPr sz="2800"/>
            </a:pPr>
            <a:r>
              <a:t>Translation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Embeddings power modern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